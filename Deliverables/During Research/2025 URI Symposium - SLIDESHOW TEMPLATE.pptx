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gD/Uj8j1yWAD7DmrWBQ9ngaBa/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7" y="9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5"/>
          <p:cNvSpPr/>
          <p:nvPr/>
        </p:nvSpPr>
        <p:spPr>
          <a:xfrm>
            <a:off x="0" y="6013174"/>
            <a:ext cx="12192000" cy="855939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5" descr="NJIT_C_SD3_ko.eps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8200" y="6155673"/>
            <a:ext cx="3008243" cy="59783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>
            <a:spLocks noGrp="1"/>
          </p:cNvSpPr>
          <p:nvPr>
            <p:ph type="ctrTitle"/>
          </p:nvPr>
        </p:nvSpPr>
        <p:spPr>
          <a:xfrm>
            <a:off x="1317938" y="1657082"/>
            <a:ext cx="9556124" cy="185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Clr>
                <a:srgbClr val="FF0000"/>
              </a:buClr>
              <a:buSzPct val="100000"/>
            </a:pPr>
            <a:r>
              <a:rPr lang="en-US" b="1" dirty="0">
                <a:solidFill>
                  <a:srgbClr val="C00000"/>
                </a:solidFill>
              </a:rPr>
              <a:t>Predictive model of the spread of the spotted lanternfly in the continental United States using machine learning 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91" name="Google Shape;91;p8"/>
          <p:cNvSpPr txBox="1">
            <a:spLocks noGrp="1"/>
          </p:cNvSpPr>
          <p:nvPr>
            <p:ph type="subTitle" idx="1"/>
          </p:nvPr>
        </p:nvSpPr>
        <p:spPr>
          <a:xfrm>
            <a:off x="2895600" y="373462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Erica Keklak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Department of Mechanical and Industrial Engineering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Dr. </a:t>
            </a:r>
            <a:r>
              <a:rPr lang="en-US" dirty="0" err="1"/>
              <a:t>Wenbo</a:t>
            </a:r>
            <a:r>
              <a:rPr lang="en-US" dirty="0"/>
              <a:t> (Selina) Cai</a:t>
            </a:r>
            <a:endParaRPr dirty="0"/>
          </a:p>
          <a:p>
            <a:pPr marL="0" indent="0">
              <a:buSzPct val="100000"/>
            </a:pPr>
            <a:r>
              <a:rPr lang="en-US" dirty="0"/>
              <a:t>Department of Mechanical and Industrial Engineering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>
            <a:spLocks noGrp="1"/>
          </p:cNvSpPr>
          <p:nvPr>
            <p:ph type="title"/>
          </p:nvPr>
        </p:nvSpPr>
        <p:spPr>
          <a:xfrm>
            <a:off x="897834" y="76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dirty="0">
                <a:solidFill>
                  <a:srgbClr val="C00000"/>
                </a:solidFill>
              </a:rPr>
              <a:t>Problem Statement, Significance and Goals</a:t>
            </a:r>
            <a:endParaRPr dirty="0"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1"/>
          </p:nvPr>
        </p:nvSpPr>
        <p:spPr>
          <a:xfrm>
            <a:off x="1905000" y="1219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Problem Statement: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problem are you trying to address through research or product development?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Need and Significance: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Why is the problem significant? Why is it important to address?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is the need to research this problem or to find a technology solution?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Project Goals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Describe specific goals for research or product development for this project.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>
            <a:spLocks noGrp="1"/>
          </p:cNvSpPr>
          <p:nvPr>
            <p:ph type="title"/>
          </p:nvPr>
        </p:nvSpPr>
        <p:spPr>
          <a:xfrm>
            <a:off x="1126435" y="16565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</a:rPr>
              <a:t>Background</a:t>
            </a:r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body" idx="1"/>
          </p:nvPr>
        </p:nvSpPr>
        <p:spPr>
          <a:xfrm>
            <a:off x="2110408" y="161345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Background Research or State-of-the Art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a research project, please briefly describe the background on which your research work is based on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or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technology development project, please provide an overview of the market need, potential growth and competitive technology in the market.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>
            <a:spLocks noGrp="1"/>
          </p:cNvSpPr>
          <p:nvPr>
            <p:ph type="title"/>
          </p:nvPr>
        </p:nvSpPr>
        <p:spPr>
          <a:xfrm>
            <a:off x="1017104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C00000"/>
                </a:solidFill>
              </a:rPr>
              <a:t>Research Approach and Methods</a:t>
            </a:r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body" idx="1"/>
          </p:nvPr>
        </p:nvSpPr>
        <p:spPr>
          <a:xfrm>
            <a:off x="2209800" y="12954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your overall approach or plan to solve the problem?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You may provide a schematic diagram to present your approach.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Research Methods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Briefly describe the research methods and development plan followed up in the summer research program. 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Research Experiments/Modeling/Prototype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Describe the experimental set-up or prototype development process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>
            <a:spLocks noGrp="1"/>
          </p:cNvSpPr>
          <p:nvPr>
            <p:ph type="title"/>
          </p:nvPr>
        </p:nvSpPr>
        <p:spPr>
          <a:xfrm>
            <a:off x="967408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C00000"/>
                </a:solidFill>
              </a:rPr>
              <a:t>Results</a:t>
            </a:r>
            <a:endParaRPr/>
          </a:p>
        </p:txBody>
      </p:sp>
      <p:sp>
        <p:nvSpPr>
          <p:cNvPr id="119" name="Google Shape;119;p12"/>
          <p:cNvSpPr txBox="1">
            <a:spLocks noGrp="1"/>
          </p:cNvSpPr>
          <p:nvPr>
            <p:ph type="body" idx="1"/>
          </p:nvPr>
        </p:nvSpPr>
        <p:spPr>
          <a:xfrm>
            <a:off x="2209800" y="12954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Research Results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Describe the research results obtained in the summer research program.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Analysis and Interpretation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Describe the data/model analysis and interpretation of results towards meeting your goals for the project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>
            <a:spLocks noGrp="1"/>
          </p:cNvSpPr>
          <p:nvPr>
            <p:ph type="title"/>
          </p:nvPr>
        </p:nvSpPr>
        <p:spPr>
          <a:xfrm>
            <a:off x="977348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 dirty="0">
                <a:solidFill>
                  <a:srgbClr val="C00000"/>
                </a:solidFill>
              </a:rPr>
              <a:t>Innovation, Discussion and Future Work</a:t>
            </a:r>
            <a:endParaRPr dirty="0"/>
          </a:p>
        </p:txBody>
      </p:sp>
      <p:sp>
        <p:nvSpPr>
          <p:cNvPr id="126" name="Google Shape;126;p13"/>
          <p:cNvSpPr txBox="1">
            <a:spLocks noGrp="1"/>
          </p:cNvSpPr>
          <p:nvPr>
            <p:ph type="body" idx="1"/>
          </p:nvPr>
        </p:nvSpPr>
        <p:spPr>
          <a:xfrm>
            <a:off x="2209800" y="12954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 compared to the state-of-the-art research or competitive products, describe the innovation in your approach or technology supported by a brief discussion on the results obtained.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potential benefits and impact you expect to achieve from this research/study towards future work?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Provide your views on the future work for the continuation of research innovation with any lessons learned to address the scientific research and/or technology development needs.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1007165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dirty="0">
                <a:solidFill>
                  <a:srgbClr val="C00000"/>
                </a:solidFill>
              </a:rPr>
              <a:t>Acknowledgements </a:t>
            </a:r>
            <a:endParaRPr dirty="0"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2209800" y="12954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This research could not be performed without the funding from the </a:t>
            </a:r>
            <a:r>
              <a:rPr lang="en-US" b="1" dirty="0"/>
              <a:t>Provost Undergraduate Research and Innovation (URI) Summer Fellowship</a:t>
            </a:r>
            <a:r>
              <a:rPr lang="en-US" dirty="0"/>
              <a:t> and </a:t>
            </a:r>
            <a:r>
              <a:rPr lang="en-US" b="1" dirty="0"/>
              <a:t>Grace Hopper Research Institute (GHRI) Artificial Intelligence Summer Fellowship Program</a:t>
            </a:r>
            <a:endParaRPr lang="en-US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Publicly-accessible data used in this project came from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We thank you all for your assistance!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386</Words>
  <Application>Microsoft Office PowerPoint</Application>
  <PresentationFormat>Widescreen</PresentationFormat>
  <Paragraphs>49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Predictive model of the spread of the spotted lanternfly in the continental United States using machine learning </vt:lpstr>
      <vt:lpstr>Problem Statement, Significance and Goals</vt:lpstr>
      <vt:lpstr>Background</vt:lpstr>
      <vt:lpstr>Research Approach and Methods</vt:lpstr>
      <vt:lpstr>Results</vt:lpstr>
      <vt:lpstr>Innovation, Discussion and Future Work</vt:lpstr>
      <vt:lpstr>Acknowledgements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Atam Dhawan</dc:creator>
  <cp:lastModifiedBy>Keklak, Erica J</cp:lastModifiedBy>
  <cp:revision>6</cp:revision>
  <dcterms:created xsi:type="dcterms:W3CDTF">2022-05-22T14:31:28Z</dcterms:created>
  <dcterms:modified xsi:type="dcterms:W3CDTF">2025-06-11T08:36:54Z</dcterms:modified>
</cp:coreProperties>
</file>